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1FFE49-A57C-FF10-5F72-D3E7030E6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A1E3F6C-B1F7-4842-E173-DE5A11FE3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2530AD-FB49-0619-8617-5A42F799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5989422-F02E-118C-B753-DFBA7FB8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6F25540-48E1-8053-F4DF-F7FC291B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293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E3043A0-87C0-73A3-6E69-DE994DB5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1A7B843-EE80-8D0F-B520-A18AB0D9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4EAFDA6-39A5-92E1-600C-2D3B1CAC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D462FA-4F55-1BA7-3757-9CE273F1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3B6C8A3-0A40-73A2-FFC4-4BB2826B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474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04D1C5-04F9-6B06-46CD-E62BF2B25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E8EDB89-0C5B-A5E1-8A46-33DA6F9E3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558EC5E-BA70-16C2-6023-34CD19A2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4A19C87-252D-8FED-948F-38E7925C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E4CC624-035B-2F1F-673A-89436AEC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360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7CC91E-2C87-D197-1A5C-DD6D9527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E80510-3874-A6A1-1BA7-15FCECDC3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3C7F900-8896-EB42-F64F-0CE70D0F6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0568944-7E85-B21B-1646-521A0CC0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98C7B6E-E09A-47A2-25A1-51396EF2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C6209C5-D891-A27D-8D99-954C6543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6552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290EBE-1972-F4F7-7AAE-1C8A9573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1CCB29A-9537-9B26-5825-B93B266C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63DA2ED-52F3-651D-81B6-3231EDBAD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1550B730-2DB1-1AE1-4DEA-C91F41F3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038FAEAD-66C9-C8D2-75CF-0A3C52D05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2B3D577-D3D3-31C3-71C1-2075FC41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90AA1BC-736B-00AD-ABF0-2808EEEB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7A405FE-A6EE-2764-95EC-82168772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29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FE84A6-FE66-1F67-12A4-54361A2F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15454E2-42E1-D885-1C91-3A5D2E89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6CA8848-C60C-D3ED-CD49-6B972D69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5E78F0E-BB3D-D630-6D7C-3DE90587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230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E618185-0F0E-AA19-908A-32CBE4218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15A93D8-6891-35E8-C8FF-EC8BE24D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7C57FC2-0482-6B0F-EE4C-BC94CAE5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334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D01175-4E1D-0E1A-5404-822862146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688E6D-60D9-038F-C877-F1C293B6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F83008D-C985-6046-FA6A-3F0B974D6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0BCD5F9-B33C-F743-FBAD-3CDD1C2D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1AAF33C-6291-1DFA-2238-A0162F68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450B688-8C05-4C6A-E090-D70D4CA4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3245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B4568B5-479B-A803-FA59-A794098F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5102F48-FACB-29F8-6F35-0C04CDD4C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F4CFAB4-1E50-372A-0EBC-98C530CD1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98B65A6-9E7D-5F91-591B-5DE1C56A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F4272A5-FB64-74FC-D227-CA19A1C5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DC1F403-D5AF-D2A4-50A8-EDD7D0FF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743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ACDADCF-8830-7C04-A15B-07A946B0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3D9D05AB-2AE4-440E-C2D0-85B936D3A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2754130-0503-BAC1-2308-67E0D39A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A00A22E-2F18-9911-CEBF-EE131120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40C8E5C-A5B1-71C0-10A5-11B05269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4828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DC6B6A8E-C132-07DD-1936-C2D7587D2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FB3A49C-5A13-AC9D-2F4A-6A71EE73B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0535189-754F-006E-3D73-2C5F736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4AF6C84-D7BC-1F17-5514-C36B2482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4BA4A3B-0A21-284F-970E-77EF2195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232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CAED9635-993D-66E8-FCAB-E56C80ED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0851C26-98CD-BD4A-3CC7-3866C9D9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5AAE430-A3F5-E454-84E4-0FECAB8DA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7C597-D9BE-49DA-885B-2BEC88CB6111}" type="datetimeFigureOut">
              <a:rPr lang="nb-NO" smtClean="0"/>
              <a:t>15.06.2025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E2B1C19-895C-FABD-FB1F-A43A73231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FA6BFC7-1DEA-8FF4-16CF-9A0EE2724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1286C-D1C9-48E5-9492-42F93CDEE93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9652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A0D86D-00F2-312A-5A48-43BA073A8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Introduction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6679978-C5EA-47EA-5AD3-D990D33DA3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 err="1"/>
              <a:t>Wirtten</a:t>
            </a:r>
            <a:r>
              <a:rPr lang="nb-NO" dirty="0"/>
              <a:t> by: </a:t>
            </a:r>
            <a:r>
              <a:rPr lang="nb-NO" dirty="0" err="1"/>
              <a:t>MunchProductionz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9306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BDC6F43-18EB-5A11-1737-176BC911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</a:t>
            </a:r>
            <a:r>
              <a:rPr lang="nb-NO" dirty="0" err="1"/>
              <a:t>second</a:t>
            </a:r>
            <a:r>
              <a:rPr lang="nb-NO" dirty="0"/>
              <a:t> slide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EB6D7C4-0B82-8557-0455-133E6070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I </a:t>
            </a:r>
            <a:r>
              <a:rPr lang="nb-NO" dirty="0" err="1"/>
              <a:t>want</a:t>
            </a:r>
            <a:r>
              <a:rPr lang="nb-NO" dirty="0"/>
              <a:t> to test </a:t>
            </a:r>
            <a:r>
              <a:rPr lang="nb-NO" dirty="0" err="1"/>
              <a:t>this</a:t>
            </a:r>
            <a:r>
              <a:rPr lang="nb-NO" dirty="0"/>
              <a:t> slide to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</a:t>
            </a:r>
            <a:r>
              <a:rPr lang="nb-NO" dirty="0" err="1"/>
              <a:t>teh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  <a:r>
              <a:rPr lang="nb-NO" dirty="0" err="1"/>
              <a:t>wil</a:t>
            </a:r>
            <a:r>
              <a:rPr lang="nb-NO" dirty="0"/>
              <a:t> spot all </a:t>
            </a:r>
            <a:r>
              <a:rPr lang="nb-NO" dirty="0" err="1"/>
              <a:t>mistakes</a:t>
            </a:r>
            <a:r>
              <a:rPr lang="nb-NO" dirty="0"/>
              <a:t>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It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beveryinterestingto</a:t>
            </a:r>
            <a:r>
              <a:rPr lang="nb-NO" dirty="0"/>
              <a:t> </a:t>
            </a:r>
            <a:r>
              <a:rPr lang="nb-NO" dirty="0" err="1"/>
              <a:t>see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8981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9AB296-B598-3181-8728-EF8E9148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</a:t>
            </a:r>
            <a:r>
              <a:rPr lang="nb-NO" dirty="0" err="1"/>
              <a:t>third</a:t>
            </a:r>
            <a:r>
              <a:rPr lang="nb-NO" dirty="0"/>
              <a:t> slide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A3C1D34-AE43-6D80-4620-4B24AC1A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12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I have to </a:t>
            </a:r>
            <a:r>
              <a:rPr lang="nb-NO" dirty="0" err="1"/>
              <a:t>check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as </a:t>
            </a:r>
            <a:r>
              <a:rPr lang="nb-NO" dirty="0" err="1"/>
              <a:t>well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9EBCE852-1FED-6AB7-E3FE-AEBAE1F005BB}"/>
              </a:ext>
            </a:extLst>
          </p:cNvPr>
          <p:cNvSpPr txBox="1">
            <a:spLocks/>
          </p:cNvSpPr>
          <p:nvPr/>
        </p:nvSpPr>
        <p:spPr>
          <a:xfrm>
            <a:off x="838200" y="5454872"/>
            <a:ext cx="10515600" cy="64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1400" i="1" dirty="0"/>
              <a:t>*</a:t>
            </a:r>
            <a:r>
              <a:rPr lang="nb-NO" sz="1400" i="1" dirty="0" err="1"/>
              <a:t>But</a:t>
            </a:r>
            <a:r>
              <a:rPr lang="nb-NO" sz="1400" i="1" dirty="0"/>
              <a:t> </a:t>
            </a:r>
            <a:r>
              <a:rPr lang="nb-NO" sz="1400" i="1" dirty="0" err="1"/>
              <a:t>what</a:t>
            </a:r>
            <a:r>
              <a:rPr lang="nb-NO" sz="1400" i="1" dirty="0"/>
              <a:t> </a:t>
            </a:r>
            <a:r>
              <a:rPr lang="nb-NO" sz="1400" i="1" dirty="0" err="1"/>
              <a:t>about</a:t>
            </a:r>
            <a:r>
              <a:rPr lang="nb-NO" sz="1400" i="1" dirty="0"/>
              <a:t> </a:t>
            </a:r>
            <a:r>
              <a:rPr lang="nb-NO" sz="1400" i="1" dirty="0" err="1"/>
              <a:t>this</a:t>
            </a:r>
            <a:r>
              <a:rPr lang="nb-NO" sz="1400" i="1" dirty="0"/>
              <a:t> as </a:t>
            </a:r>
            <a:r>
              <a:rPr lang="nb-NO" sz="1400" i="1" dirty="0" err="1"/>
              <a:t>wll</a:t>
            </a:r>
            <a:r>
              <a:rPr lang="nb-NO" sz="1400" i="1" dirty="0"/>
              <a:t>? Will </a:t>
            </a:r>
            <a:r>
              <a:rPr lang="nb-NO" sz="1400" i="1" dirty="0" err="1"/>
              <a:t>this</a:t>
            </a:r>
            <a:r>
              <a:rPr lang="nb-NO" sz="1400" i="1" dirty="0"/>
              <a:t> </a:t>
            </a:r>
            <a:r>
              <a:rPr lang="nb-NO" sz="1400" i="1" dirty="0" err="1"/>
              <a:t>text</a:t>
            </a:r>
            <a:r>
              <a:rPr lang="nb-NO" sz="1400" i="1" dirty="0"/>
              <a:t> </a:t>
            </a:r>
            <a:r>
              <a:rPr lang="nb-NO" sz="1400" i="1" dirty="0" err="1"/>
              <a:t>also</a:t>
            </a:r>
            <a:r>
              <a:rPr lang="nb-NO" sz="1400" i="1" dirty="0"/>
              <a:t> </a:t>
            </a:r>
            <a:r>
              <a:rPr lang="nb-NO" sz="1400" i="1" dirty="0" err="1"/>
              <a:t>becorrected</a:t>
            </a:r>
            <a:r>
              <a:rPr lang="nb-NO" sz="1400" i="1" dirty="0"/>
              <a:t>? (Source: </a:t>
            </a:r>
            <a:r>
              <a:rPr lang="nb-NO" sz="1400" i="1" dirty="0" err="1"/>
              <a:t>MunchProductionz</a:t>
            </a:r>
            <a:r>
              <a:rPr lang="nb-NO" sz="1400" i="1" dirty="0"/>
              <a:t>, 2025)</a:t>
            </a:r>
          </a:p>
        </p:txBody>
      </p:sp>
    </p:spTree>
    <p:extLst>
      <p:ext uri="{BB962C8B-B14F-4D97-AF65-F5344CB8AC3E}">
        <p14:creationId xmlns:p14="http://schemas.microsoft.com/office/powerpoint/2010/main" val="170573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Office-tema</vt:lpstr>
      <vt:lpstr>Introduction</vt:lpstr>
      <vt:lpstr>The second slide</vt:lpstr>
      <vt:lpstr>The third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Raaen Bø</dc:creator>
  <cp:lastModifiedBy>Henrik Raaen Bø</cp:lastModifiedBy>
  <cp:revision>1</cp:revision>
  <dcterms:created xsi:type="dcterms:W3CDTF">2025-06-15T00:23:53Z</dcterms:created>
  <dcterms:modified xsi:type="dcterms:W3CDTF">2025-06-15T00:26:34Z</dcterms:modified>
</cp:coreProperties>
</file>